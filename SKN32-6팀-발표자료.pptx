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2deb3a31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2deb3a31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2deb3a31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2deb3a31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KOSIS</a:t>
            </a:r>
            <a:r>
              <a:rPr lang="ko"/>
              <a:t>에서 받은 엑셀 파일을 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(‘자동차 등록 현황이라고 검색하면 나오는…’)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2deb3a31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2deb3a31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2deb3a31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2deb3a31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2f7ff7b3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2f7ff7b3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기아, 현대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2f7ff7b3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2f7ff7b3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2f7ff7b3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2f7ff7b3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2f7ff7b3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2f7ff7b3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2f7ff7b3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2f7ff7b3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2f7ff7b3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2f7ff7b3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rgbClr val="595959"/>
                </a:solidFill>
              </a:rPr>
              <a:t>front부분과 crawling 코드를 각각 다른 사람이 제작하고 합치기.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rgbClr val="595959"/>
                </a:solidFill>
              </a:rPr>
              <a:t>컨벤션 논의같은 것도 안한 상태로 코드를 합치려고 하니 어려움이 있음…  형식이 너무 다름..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2f7ff7b3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2f7ff7b3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front작업 코드가 </a:t>
            </a:r>
            <a:r>
              <a:rPr lang="ko"/>
              <a:t>기존에도 AI로 생성했고, 그 context를 가지고 합칠 파일과, 구조, 설명을 추가해서 결합 시도.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잘 작동함.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32141048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32141048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595959"/>
                </a:solidFill>
              </a:rPr>
              <a:t>코드를 합치면서 생긴 상황에 대한 </a:t>
            </a:r>
            <a:r>
              <a:rPr lang="ko">
                <a:solidFill>
                  <a:srgbClr val="595959"/>
                </a:solidFill>
              </a:rPr>
              <a:t>feed back을 해보자면,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595959"/>
                </a:solidFill>
              </a:rPr>
              <a:t>코드 작성 시작 전에 함수의 input과 output 형식을 미리 논의해서 따로 작성해도 합칠 수 있게 해야 했을 것 같습니다.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rgbClr val="595959"/>
                </a:solidFill>
              </a:rPr>
              <a:t>아니면 아예 기존의 front부분 코드를 prototype으로 두고, 별개로 논의해서 형식을 맞춰보고 시작하는 것도 괜찮았을 것 같습니다.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2f7ff7b3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2f7ff7b3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</a:t>
            </a:r>
            <a:r>
              <a:rPr lang="ko"/>
              <a:t>의 도움으로 동작은 문제없게 만들었지만, 코드 구조가 이상해짐.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사실상 같은 역할을 하는 폴더 크롤러스와 크롤링이라는 폴더.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이런 코드는 유지보수에 문제됨.(확장에 안좋음)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(물론 이런 작은 프로젝트에서는 상관없을수도 있지만.)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crawlers와 crawling 두 폴더를 하나로 합치고, faq_crawler.py라는 공통 진입점에서 동작하도록 변경.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완벽하지 않겠지만, 구조를 좋게 가져가 보려고 시도.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32141048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32141048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2f7ff7b3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2f7ff7b3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sql</a:t>
            </a:r>
            <a:r>
              <a:rPr lang="ko"/>
              <a:t>에 쿼리를 하기 위해 필요한 DBconfig가 서로 다른 3가지 py파일에서 발견됨.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원칙적으로 보안 문제로 password는 git에 commit push하면 안될 것.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그리고 사람마다 student id에 password가 달라서 매번 다르게 입력해놓고 그상태로 push하는 경우도 생김.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그럼 그렇게 바뀐 password로 pull받은 사람이 오류뜨고 다시 바꿔서 입력하고 .. 그렇게 반복되는 경우 생김.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32141048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32141048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sql에 쿼리를 하기 위해 필요한 DBconfig가 서로 다른 3가지 py파일에서 발견됨.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원칙적으로 보안 문제로 password는 git에 commit push하면 안될 것.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그리고 사람마다 student id에 password가 달라서 매번 다르게 입력해놓고 그상태로 push하는 경우도 생김.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그럼 그렇게 바뀐 password로 pull받은 사람이 오류뜨고 다시 바꿔서 입력하고 .. 그렇게 반복되는 경우 생김.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2f7ff7b3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2f7ff7b3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git</a:t>
            </a:r>
            <a:r>
              <a:rPr lang="ko"/>
              <a:t>에 push되지 않은 </a:t>
            </a:r>
            <a:r>
              <a:rPr lang="ko"/>
              <a:t>.env</a:t>
            </a:r>
            <a:r>
              <a:rPr lang="ko"/>
              <a:t>파일을 .gitignore에 추가하고, from dotenv import load_dotenv, load_dotenv()를 해주면,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os.getenv함수가 .env파일에서 값을 가져오게 되고, 이걸로 처리.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</a:t>
            </a:r>
            <a:r>
              <a:rPr lang="ko"/>
              <a:t>중간에 코드가 또 바뀌어서 앞페이지와 약간 다름)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32141048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32141048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2f7ff7b3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2f7ff7b3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왼쪽에 있는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2f7ff7b3b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2f7ff7b3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2f7ff7b3b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2f7ff7b3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왼쪽에 있는 page</a:t>
            </a:r>
            <a:r>
              <a:rPr lang="ko"/>
              <a:t>들이 pages라는 폴더 아래에 있는 .py파일이 자동으로 들어가는 거였습니다.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파일이름을 바꾸거나 추가하면 사이드바에 바로 그대로 반영됩니다.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2f7ff7b3b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2f7ff7b3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streamlit에 있는 기본 설정 때문 이었는데요. pages/라는 디렉토리가 있으면 그 안의 .py파일 이름을 인식해서 sidebar에 자동으로 추가해 주는 것이 default로 True로 설정되어 있어서 였습니다..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.streamlit/config.toml 파일을 추가하고, false로 설정해주니 </a:t>
            </a:r>
            <a:r>
              <a:rPr lang="ko"/>
              <a:t>사이드바 위쪽에 없어짐.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2f7ff7b3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2f7ff7b3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초반에 합치기 작업을 한 번한 이후에는 git page에서 각자 받아서 ‘그’ 버전을 시작으로 local에서 각자 작업하고,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가능 하면 사람마다 서로 다른 파일을 수정하도록 하고,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pull, commit, push전 마다 git에 영향을 줄 수 있는 경우에 대해서 미리 서로 얘기하면서,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merge할 때 최대한 처음부터 conflict가 안나도록 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전국자동차등록현황 및기업FAQ 조회시스템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SK Networks AI CAMP 32기 6 TEAM 김남균, 서유현, 송채영, 임정택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주요 기능 - 자동차 등록 현황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749" y="969850"/>
            <a:ext cx="6804199" cy="394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주요 기능 - 자동차 등록 현황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594" y="1476370"/>
            <a:ext cx="3881425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9573" y="1217200"/>
            <a:ext cx="2153875" cy="180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600" y="3097075"/>
            <a:ext cx="3675199" cy="165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0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6299" y="3225925"/>
            <a:ext cx="3469988" cy="17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주요 기능 - 브랜드 FAQ 조회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125" y="1091476"/>
            <a:ext cx="7429751" cy="398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주요 기능 - 브랜드 FAQ 조회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413" y="1270000"/>
            <a:ext cx="7115175" cy="31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주요 기능 - 브랜드 FAQ 조회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745" y="1017725"/>
            <a:ext cx="3943699" cy="255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7278" y="1513925"/>
            <a:ext cx="4688050" cy="305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주요 기능 - 브랜드 FAQ 조회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 title="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77" y="1017725"/>
            <a:ext cx="4320199" cy="32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1152475"/>
            <a:ext cx="4575849" cy="357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주요 기능 - 정비소 조회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 title="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650" y="1017725"/>
            <a:ext cx="5641926" cy="378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주요기능 정비소 조회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 title="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8375" y="1223074"/>
            <a:ext cx="4675902" cy="377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175" y="1268525"/>
            <a:ext cx="5095647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diagram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1793275" y="1268525"/>
            <a:ext cx="1897500" cy="13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id</a:t>
            </a:r>
            <a:endParaRPr sz="685"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company </a:t>
            </a:r>
            <a:r>
              <a:rPr lang="ko" sz="685"/>
              <a:t>코드(kia, hyundai)</a:t>
            </a:r>
            <a:endParaRPr sz="685"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company </a:t>
            </a:r>
            <a:r>
              <a:rPr lang="ko" sz="685"/>
              <a:t>이름(현대자동차, 기아자동차)</a:t>
            </a:r>
            <a:endParaRPr sz="685"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크롤링 할 url</a:t>
            </a:r>
            <a:endParaRPr sz="685"/>
          </a:p>
          <a:p>
            <a:pPr indent="0" lvl="0" marL="0" rtl="0" algn="r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ko" sz="685"/>
              <a:t>타임 스탬프</a:t>
            </a:r>
            <a:endParaRPr sz="685"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126675" y="2713625"/>
            <a:ext cx="1897500" cy="17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id</a:t>
            </a:r>
            <a:endParaRPr sz="685"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세션 id</a:t>
            </a:r>
            <a:endParaRPr sz="685"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company 코드(kia, hyundai)</a:t>
            </a:r>
            <a:endParaRPr sz="685"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타임 스탬프</a:t>
            </a:r>
            <a:endParaRPr sz="685"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count</a:t>
            </a:r>
            <a:endParaRPr sz="685"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status(done, running)</a:t>
            </a:r>
            <a:endParaRPr sz="685"/>
          </a:p>
          <a:p>
            <a:pPr indent="0" lvl="0" marL="0" rtl="0" algn="r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685"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5041575" y="3066350"/>
            <a:ext cx="1897500" cy="16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id</a:t>
            </a:r>
            <a:endParaRPr sz="68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company 코드</a:t>
            </a:r>
            <a:endParaRPr sz="68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카테고리(차량구매,차량경비)</a:t>
            </a:r>
            <a:endParaRPr sz="68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질문, 답변</a:t>
            </a:r>
            <a:endParaRPr sz="68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685"/>
              <a:t>타임스탬프</a:t>
            </a:r>
            <a:endParaRPr sz="68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ko" sz="685"/>
              <a:t>session id</a:t>
            </a:r>
            <a:endParaRPr sz="68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issues - </a:t>
            </a:r>
            <a:r>
              <a:rPr lang="ko"/>
              <a:t>코드 결합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2320875" y="2360950"/>
            <a:ext cx="669600" cy="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3200"/>
              <a:t>+</a:t>
            </a:r>
            <a:endParaRPr sz="3200"/>
          </a:p>
        </p:txBody>
      </p:sp>
      <p:pic>
        <p:nvPicPr>
          <p:cNvPr id="131" name="Google Shape;131;p23" title="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200" y="1553075"/>
            <a:ext cx="1564650" cy="227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 title="3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7488" y="1594050"/>
            <a:ext cx="1152525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4572000" y="2360950"/>
            <a:ext cx="1821000" cy="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3200"/>
              <a:t>=  ?</a:t>
            </a:r>
            <a:endParaRPr sz="3200"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77750" y="4121325"/>
            <a:ext cx="2367000" cy="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2900"/>
              <a:t>front code</a:t>
            </a:r>
            <a:endParaRPr sz="2900"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256290" y="4121325"/>
            <a:ext cx="2583600" cy="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2900"/>
              <a:t>crawling code</a:t>
            </a:r>
            <a:endParaRPr sz="2900"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6248700" y="1705450"/>
            <a:ext cx="2583600" cy="26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front부분과 crawling 코드를 각각 다른 사람이 제작하고 합치기.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각자 따로 만든 상태로 코드를 합치려고 하니 어려움이 있음…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issues - 코드 결합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5199100" y="1775625"/>
            <a:ext cx="3363000" cy="12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front작업 코드가 </a:t>
            </a:r>
            <a:r>
              <a:rPr lang="ko" sz="1300">
                <a:solidFill>
                  <a:schemeClr val="dk1"/>
                </a:solidFill>
              </a:rPr>
              <a:t>기존에도 AI로 생성했고,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 그 context를 가지고 합칠 파일과, 구조, 설명을 추가해서 결합 시도.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잘 작동함.</a:t>
            </a:r>
            <a:endParaRPr sz="2000"/>
          </a:p>
        </p:txBody>
      </p:sp>
      <p:pic>
        <p:nvPicPr>
          <p:cNvPr id="143" name="Google Shape;143;p24" title="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270" y="1380013"/>
            <a:ext cx="4254049" cy="296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issues - 코드 결합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feed back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코드 작성 시작 전에 함수의 input과 output 형식을 미리 논의해서 따로 작성해도 합칠 수 있게 하면 좋을 듯.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초기 front코드부분을 prototype으로 두고, 별개로 논의해서 형식을 맞춰서 만들기.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issues - </a:t>
            </a:r>
            <a:r>
              <a:rPr lang="ko"/>
              <a:t>코드 구조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372550" y="4061175"/>
            <a:ext cx="33744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동작하긴 하지만..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ko"/>
              <a:t>cralwer와 carwling나눠진 폴더(코드 합치는 과정에서 생김.)</a:t>
            </a:r>
            <a:endParaRPr/>
          </a:p>
        </p:txBody>
      </p:sp>
      <p:pic>
        <p:nvPicPr>
          <p:cNvPr id="156" name="Google Shape;156;p26" title="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538" y="1531375"/>
            <a:ext cx="2905125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4975" y="1776313"/>
            <a:ext cx="26670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4554975" y="3868275"/>
            <a:ext cx="4626600" cy="14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구조 변경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ko"/>
              <a:t>한 폴더 내에서 공통진입지점에서 필요에 따라 접근하도록 구성.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/>
              <a:t>다른 기업이 추가되거나 기존 기업이 빠지게 되더라도 가능하게 구성 및 코드 수정.</a:t>
            </a:r>
            <a:endParaRPr/>
          </a:p>
        </p:txBody>
      </p:sp>
      <p:sp>
        <p:nvSpPr>
          <p:cNvPr id="159" name="Google Shape;159;p26"/>
          <p:cNvSpPr/>
          <p:nvPr/>
        </p:nvSpPr>
        <p:spPr>
          <a:xfrm>
            <a:off x="3299950" y="2429375"/>
            <a:ext cx="1014000" cy="67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26"/>
          <p:cNvCxnSpPr>
            <a:endCxn id="161" idx="1"/>
          </p:cNvCxnSpPr>
          <p:nvPr/>
        </p:nvCxnSpPr>
        <p:spPr>
          <a:xfrm flipH="1" rot="10800000">
            <a:off x="6319875" y="2519425"/>
            <a:ext cx="12549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7574775" y="2290675"/>
            <a:ext cx="1382100" cy="4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공통 진입지점</a:t>
            </a:r>
            <a:endParaRPr/>
          </a:p>
        </p:txBody>
      </p:sp>
      <p:cxnSp>
        <p:nvCxnSpPr>
          <p:cNvPr id="162" name="Google Shape;162;p26"/>
          <p:cNvCxnSpPr/>
          <p:nvPr/>
        </p:nvCxnSpPr>
        <p:spPr>
          <a:xfrm flipH="1" rot="10800000">
            <a:off x="6458050" y="2899275"/>
            <a:ext cx="12549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7761900" y="2600088"/>
            <a:ext cx="1382100" cy="4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현대</a:t>
            </a:r>
            <a:endParaRPr/>
          </a:p>
        </p:txBody>
      </p:sp>
      <p:cxnSp>
        <p:nvCxnSpPr>
          <p:cNvPr id="164" name="Google Shape;164;p26"/>
          <p:cNvCxnSpPr/>
          <p:nvPr/>
        </p:nvCxnSpPr>
        <p:spPr>
          <a:xfrm flipH="1" rot="10800000">
            <a:off x="6240825" y="3193850"/>
            <a:ext cx="12549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495725" y="2972150"/>
            <a:ext cx="1382100" cy="4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기아</a:t>
            </a:r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2412950" y="2310688"/>
            <a:ext cx="1382100" cy="4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현대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1736900" y="1666325"/>
            <a:ext cx="1382100" cy="4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기아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issues - 코드 구조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feed back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코드 구조에 대해 먼저 고민하고 작성?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이렇게 작은 프로젝트라면 크게 상관 없을수도 있긴 하지만, 구조를 좋게 가져가려는 시도는 필요할 것.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issues - DB CONFIG</a:t>
            </a:r>
            <a:endParaRPr/>
          </a:p>
        </p:txBody>
      </p:sp>
      <p:pic>
        <p:nvPicPr>
          <p:cNvPr id="179" name="Google Shape;179;p28" title="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368" y="1175647"/>
            <a:ext cx="2664977" cy="2303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8" title="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2075" y="2830878"/>
            <a:ext cx="5249603" cy="1419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8" title="3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6343" y="245821"/>
            <a:ext cx="2497579" cy="27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/>
          <p:nvPr/>
        </p:nvSpPr>
        <p:spPr>
          <a:xfrm>
            <a:off x="1128650" y="2298300"/>
            <a:ext cx="1526100" cy="1075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/>
          <p:nvPr/>
        </p:nvSpPr>
        <p:spPr>
          <a:xfrm>
            <a:off x="3114350" y="3677725"/>
            <a:ext cx="4958400" cy="208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8"/>
          <p:cNvSpPr/>
          <p:nvPr/>
        </p:nvSpPr>
        <p:spPr>
          <a:xfrm>
            <a:off x="6330325" y="1809975"/>
            <a:ext cx="1526100" cy="1075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issues - DB CONFIG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보안이슈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password같은 민감정보가 github에 업로드됨.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사람마다 password다름.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다른 password가 github에 올라간 상태로 pull받으면 sql 접속에 오류남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그 상태로 또 password 고치고 push -&gt; 또 다른 사람이 pull받아서 오류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-&gt; 다시 password고치고 push -&gt; … 반복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issues - DB CONFIG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195500" y="3093900"/>
            <a:ext cx="33951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.env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.env 파일만 수정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사람마다 password가 달라도 문제없음.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.gitignore에 .env 추가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password같은 민감정보가 github에 올라가는 것을 방지.</a:t>
            </a:r>
            <a:endParaRPr/>
          </a:p>
        </p:txBody>
      </p:sp>
      <p:pic>
        <p:nvPicPr>
          <p:cNvPr id="197" name="Google Shape;197;p30" title="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12188"/>
            <a:ext cx="27813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 title="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2325" y="969288"/>
            <a:ext cx="3209925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0"/>
          <p:cNvSpPr/>
          <p:nvPr/>
        </p:nvSpPr>
        <p:spPr>
          <a:xfrm>
            <a:off x="3962325" y="969300"/>
            <a:ext cx="2457300" cy="442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0"/>
          <p:cNvSpPr/>
          <p:nvPr/>
        </p:nvSpPr>
        <p:spPr>
          <a:xfrm>
            <a:off x="4457625" y="2092975"/>
            <a:ext cx="2629800" cy="1307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4188375" y="3764125"/>
            <a:ext cx="4107600" cy="9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os.getenv()</a:t>
            </a:r>
            <a:r>
              <a:rPr lang="ko"/>
              <a:t>함수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.env파일에서 값을 읽어서 리턴됨.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issues - DB CONFIG</a:t>
            </a:r>
            <a:endParaRPr/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feed back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실수로 password가 git에 올라가지 않게 주의.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프로젝트 시작하고 코드를 작성하기 전, .env 필요 여부 미리 고려.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issues - streamlit sidebar navigation</a:t>
            </a:r>
            <a:endParaRPr/>
          </a:p>
        </p:txBody>
      </p:sp>
      <p:sp>
        <p:nvSpPr>
          <p:cNvPr id="213" name="Google Shape;213;p32"/>
          <p:cNvSpPr txBox="1"/>
          <p:nvPr>
            <p:ph idx="1" type="body"/>
          </p:nvPr>
        </p:nvSpPr>
        <p:spPr>
          <a:xfrm>
            <a:off x="5758025" y="1294575"/>
            <a:ext cx="3074400" cy="23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사이드바에 있는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app, car page, faq page, repairshop page 버튼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아래에 라디오 버튼으로 들어가면 되니까 삭제하면됨?</a:t>
            </a:r>
            <a:endParaRPr/>
          </a:p>
        </p:txBody>
      </p:sp>
      <p:pic>
        <p:nvPicPr>
          <p:cNvPr id="214" name="Google Shape;214;p32" title="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75" y="1152475"/>
            <a:ext cx="5528251" cy="426644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2"/>
          <p:cNvSpPr/>
          <p:nvPr/>
        </p:nvSpPr>
        <p:spPr>
          <a:xfrm>
            <a:off x="311700" y="1496250"/>
            <a:ext cx="1526100" cy="1075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issues - streamlit sidebar navigation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1" name="Google Shape;221;p33"/>
          <p:cNvSpPr txBox="1"/>
          <p:nvPr>
            <p:ph idx="1" type="body"/>
          </p:nvPr>
        </p:nvSpPr>
        <p:spPr>
          <a:xfrm>
            <a:off x="5623400" y="1444000"/>
            <a:ext cx="3070800" cy="24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500"/>
              <a:t>???</a:t>
            </a:r>
            <a:endParaRPr sz="3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3500"/>
              <a:t>코드에 없음?</a:t>
            </a:r>
            <a:endParaRPr sz="3500"/>
          </a:p>
        </p:txBody>
      </p:sp>
      <p:pic>
        <p:nvPicPr>
          <p:cNvPr id="222" name="Google Shape;222;p33" title="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473" y="1109900"/>
            <a:ext cx="4780599" cy="37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issues - streamlit sidebar navigation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4"/>
          <p:cNvSpPr txBox="1"/>
          <p:nvPr>
            <p:ph idx="1" type="body"/>
          </p:nvPr>
        </p:nvSpPr>
        <p:spPr>
          <a:xfrm>
            <a:off x="5758025" y="1294575"/>
            <a:ext cx="3171000" cy="18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‘pages/’</a:t>
            </a:r>
            <a:r>
              <a:rPr lang="ko"/>
              <a:t>에 있는 .py파일이름이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자동으로 사이드바에…</a:t>
            </a:r>
            <a:endParaRPr/>
          </a:p>
        </p:txBody>
      </p:sp>
      <p:pic>
        <p:nvPicPr>
          <p:cNvPr id="229" name="Google Shape;229;p34" title="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75" y="1152475"/>
            <a:ext cx="5528251" cy="426644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4"/>
          <p:cNvSpPr/>
          <p:nvPr/>
        </p:nvSpPr>
        <p:spPr>
          <a:xfrm>
            <a:off x="311700" y="1496250"/>
            <a:ext cx="1526100" cy="1075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4" title="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7776" y="1956975"/>
            <a:ext cx="2524125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/>
          <p:nvPr/>
        </p:nvSpPr>
        <p:spPr>
          <a:xfrm>
            <a:off x="2133525" y="2459775"/>
            <a:ext cx="1401900" cy="572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4"/>
          <p:cNvSpPr/>
          <p:nvPr/>
        </p:nvSpPr>
        <p:spPr>
          <a:xfrm>
            <a:off x="1987775" y="4068000"/>
            <a:ext cx="933300" cy="222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4"/>
          <p:cNvSpPr/>
          <p:nvPr/>
        </p:nvSpPr>
        <p:spPr>
          <a:xfrm>
            <a:off x="2133525" y="2029875"/>
            <a:ext cx="684900" cy="1701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issues - streamlit sidebar navigation</a:t>
            </a:r>
            <a:endParaRPr/>
          </a:p>
        </p:txBody>
      </p:sp>
      <p:sp>
        <p:nvSpPr>
          <p:cNvPr id="240" name="Google Shape;240;p35"/>
          <p:cNvSpPr txBox="1"/>
          <p:nvPr>
            <p:ph idx="1" type="body"/>
          </p:nvPr>
        </p:nvSpPr>
        <p:spPr>
          <a:xfrm>
            <a:off x="485800" y="3588775"/>
            <a:ext cx="3731700" cy="13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.streamlit/config.toml </a:t>
            </a:r>
            <a:r>
              <a:rPr lang="ko"/>
              <a:t>파일 추가 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[client]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</a:rPr>
              <a:t>showSidebarNavigation = false</a:t>
            </a:r>
            <a:endParaRPr/>
          </a:p>
        </p:txBody>
      </p:sp>
      <p:pic>
        <p:nvPicPr>
          <p:cNvPr id="241" name="Google Shape;24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000" y="1433350"/>
            <a:ext cx="3494950" cy="18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5" title="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6625" y="1323750"/>
            <a:ext cx="3924625" cy="305365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5"/>
          <p:cNvSpPr/>
          <p:nvPr/>
        </p:nvSpPr>
        <p:spPr>
          <a:xfrm>
            <a:off x="4176650" y="2062725"/>
            <a:ext cx="6414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 Conflict</a:t>
            </a:r>
            <a:endParaRPr/>
          </a:p>
        </p:txBody>
      </p:sp>
      <p:sp>
        <p:nvSpPr>
          <p:cNvPr id="249" name="Google Shape;24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코드 하나를 기준으로 잡고 git에 먼저 올린 다음, pull받아서 각자 local에서 작업.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가능하면 사람마다 서로 다른 파일을 수정하여 충돌을 피함.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pull, commit, push 마다 git에 영향을 줄 수 있는 경우에 대해 미리 얘기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merge에 최대한 conflict가 안나도록 함.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feed back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branch를 더 잘 활용하면 좋았을 것.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pull request를 먼저 하고 항상 코드 리뷰 이후 main에 merge하는 방식?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사실은 conflict를 제대로 경험하는 것도 필요하지 않았을지?</a:t>
            </a:r>
            <a:endParaRPr/>
          </a:p>
        </p:txBody>
      </p:sp>
      <p:sp>
        <p:nvSpPr>
          <p:cNvPr id="250" name="Google Shape;250;p36"/>
          <p:cNvSpPr txBox="1"/>
          <p:nvPr/>
        </p:nvSpPr>
        <p:spPr>
          <a:xfrm>
            <a:off x="7051725" y="4212625"/>
            <a:ext cx="21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